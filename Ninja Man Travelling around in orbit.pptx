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75963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417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20910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0892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911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0394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502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1077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98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79339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13223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1837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42013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898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941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7967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968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E94AC3-590E-4568-BC28-C2AD07BDD28A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D2A13-A634-4ED7-AF91-F91C5042DF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58386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A6D61-5E81-4CA7-8060-4C75DC4068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E" dirty="0"/>
              <a:t>Ninja Man Travelling around the orbit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B4ABF-DA87-4662-BCDA-5FADCB7D17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39101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D3C9-6A46-481E-8A9D-DB306D41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Feature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F23D-75D1-4505-A70C-E27A9666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Emerse</a:t>
            </a:r>
            <a:r>
              <a:rPr lang="en-US" dirty="0"/>
              <a:t> yourself in a action packed </a:t>
            </a:r>
            <a:r>
              <a:rPr lang="en-US" dirty="0" err="1"/>
              <a:t>stratagy</a:t>
            </a:r>
            <a:r>
              <a:rPr lang="en-US" dirty="0"/>
              <a:t> game and play to your own liking be the stealthiest ninja or bad to the bone guns blazing action hero.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94724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4F5B-02BB-4B56-BDE4-FF24C9044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Market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87A73-FCBA-4CB7-BADD-E2094115C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games: Star Wars battlefront 2(the original from 2005) and dying light(Movement and parkour). </a:t>
            </a:r>
          </a:p>
          <a:p>
            <a:r>
              <a:rPr lang="en-US" dirty="0"/>
              <a:t>For the ages 12</a:t>
            </a:r>
            <a:r>
              <a:rPr lang="en-US"/>
              <a:t>+. </a:t>
            </a:r>
          </a:p>
          <a:p>
            <a:r>
              <a:rPr lang="en-US"/>
              <a:t>Expected </a:t>
            </a:r>
            <a:r>
              <a:rPr lang="en-US" dirty="0"/>
              <a:t>money making quite a lot.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096054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</TotalTime>
  <Words>71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Tw Cen MT</vt:lpstr>
      <vt:lpstr>Circuit</vt:lpstr>
      <vt:lpstr>Ninja Man Travelling around the orbit</vt:lpstr>
      <vt:lpstr>Feature Points</vt:lpstr>
      <vt:lpstr>Market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Ninja Man Travelling around the orbit</dc:title>
  <dc:creator>(Student) - Tadhg Murphy</dc:creator>
  <cp:lastModifiedBy>(Student) - Tadhg Murphy</cp:lastModifiedBy>
  <cp:revision>1</cp:revision>
  <dcterms:created xsi:type="dcterms:W3CDTF">2021-11-19T10:50:48Z</dcterms:created>
  <dcterms:modified xsi:type="dcterms:W3CDTF">2021-11-19T10:53:21Z</dcterms:modified>
</cp:coreProperties>
</file>