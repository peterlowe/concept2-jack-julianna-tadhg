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45101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608403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494537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5681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35644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83493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72377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387719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83750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23267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796254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87465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287794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591931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355517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1915860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9043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A1D76-B0AE-48F8-A120-56DB6F4479C5}" type="datetimeFigureOut">
              <a:rPr lang="en-IE" smtClean="0"/>
              <a:t>19/11/2021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EC8AF0-3580-470E-B34E-649DA988DBC9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377218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90D0EB-9C55-46C2-81AB-05FDD60E0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World Background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B2965C-65BD-4E9E-9144-8C99A349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6148620" cy="35417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Planet </a:t>
            </a:r>
            <a:r>
              <a:rPr lang="en-US" dirty="0" err="1"/>
              <a:t>Gonk</a:t>
            </a:r>
            <a:r>
              <a:rPr lang="en-US" dirty="0"/>
              <a:t>. Under a </a:t>
            </a:r>
            <a:r>
              <a:rPr lang="en-US" dirty="0" err="1"/>
              <a:t>tyranical</a:t>
            </a:r>
            <a:r>
              <a:rPr lang="en-US" dirty="0"/>
              <a:t> rule desperate for salvation from their overlords, with poor living conditions in slums and little food to go around the </a:t>
            </a:r>
            <a:r>
              <a:rPr lang="en-US" dirty="0" err="1"/>
              <a:t>gonks</a:t>
            </a:r>
            <a:r>
              <a:rPr lang="en-US" dirty="0"/>
              <a:t> are dying from sickness and starvation. </a:t>
            </a:r>
          </a:p>
          <a:p>
            <a:r>
              <a:rPr lang="en-US" dirty="0"/>
              <a:t>The game world will be based on the planet </a:t>
            </a:r>
            <a:r>
              <a:rPr lang="en-US" dirty="0" err="1"/>
              <a:t>gonk</a:t>
            </a:r>
            <a:r>
              <a:rPr lang="en-US" dirty="0"/>
              <a:t> and in the surrounding orbits. </a:t>
            </a:r>
          </a:p>
          <a:p>
            <a:r>
              <a:rPr lang="en-US" dirty="0"/>
              <a:t>These orbits area a dangerous place for anyone to venture into with the </a:t>
            </a:r>
            <a:r>
              <a:rPr lang="en-US" dirty="0" err="1"/>
              <a:t>tyranical</a:t>
            </a:r>
            <a:r>
              <a:rPr lang="en-US" dirty="0"/>
              <a:t> rule of the planet </a:t>
            </a:r>
            <a:r>
              <a:rPr lang="en-US" dirty="0" err="1"/>
              <a:t>gonk</a:t>
            </a:r>
            <a:r>
              <a:rPr lang="en-US" dirty="0"/>
              <a:t>.</a:t>
            </a:r>
          </a:p>
          <a:p>
            <a:r>
              <a:rPr lang="en-US" dirty="0"/>
              <a:t>This becomes more dangerous with the swirling rocks and </a:t>
            </a:r>
            <a:r>
              <a:rPr lang="en-US" dirty="0" err="1"/>
              <a:t>debree</a:t>
            </a:r>
            <a:r>
              <a:rPr lang="en-US" dirty="0"/>
              <a:t> that is in orbit making it a deathtrap.</a:t>
            </a:r>
            <a:endParaRPr lang="en-I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D5B6F7-97D7-49EB-9DE6-5EFE63EF6C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056" y="891680"/>
            <a:ext cx="2609850" cy="1752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68E52E-559D-4F10-863E-D4E19B5C3A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3056" y="3439647"/>
            <a:ext cx="2348917" cy="1321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85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A131-33D3-4872-A20F-A262A4ECF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Pillars of Gameplay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7A144F-8D38-422F-B71B-9BE5574D60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249487"/>
            <a:ext cx="6157010" cy="354171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The game will have zero-gravity parkour mechanics that feel </a:t>
            </a:r>
            <a:r>
              <a:rPr lang="en-US" dirty="0" err="1"/>
              <a:t>floatly</a:t>
            </a:r>
            <a:r>
              <a:rPr lang="en-US" dirty="0"/>
              <a:t> and satisfying to use</a:t>
            </a:r>
          </a:p>
          <a:p>
            <a:r>
              <a:rPr lang="en-US" dirty="0"/>
              <a:t>The game will be </a:t>
            </a:r>
            <a:r>
              <a:rPr lang="en-US" dirty="0" err="1"/>
              <a:t>centred</a:t>
            </a:r>
            <a:r>
              <a:rPr lang="en-US" dirty="0"/>
              <a:t> around a complex space stealth </a:t>
            </a:r>
            <a:r>
              <a:rPr lang="en-US" dirty="0" err="1"/>
              <a:t>machanic</a:t>
            </a:r>
            <a:r>
              <a:rPr lang="en-US" dirty="0"/>
              <a:t> that focus's on the use of floating space </a:t>
            </a:r>
            <a:r>
              <a:rPr lang="en-US" dirty="0" err="1"/>
              <a:t>debree</a:t>
            </a:r>
            <a:r>
              <a:rPr lang="en-US" dirty="0"/>
              <a:t> to hide behind</a:t>
            </a:r>
          </a:p>
          <a:p>
            <a:r>
              <a:rPr lang="en-US" dirty="0"/>
              <a:t>The game will also have large scale space fights with star wars type of ship combat using blasters and quick and precise </a:t>
            </a:r>
            <a:r>
              <a:rPr lang="en-US" dirty="0" err="1"/>
              <a:t>movemnts</a:t>
            </a:r>
            <a:r>
              <a:rPr lang="en-US" dirty="0"/>
              <a:t> </a:t>
            </a:r>
          </a:p>
          <a:p>
            <a:r>
              <a:rPr lang="en-US" dirty="0"/>
              <a:t>There will be a </a:t>
            </a:r>
            <a:r>
              <a:rPr lang="en-US" dirty="0" err="1"/>
              <a:t>chainkill</a:t>
            </a:r>
            <a:r>
              <a:rPr lang="en-US" dirty="0"/>
              <a:t> mechanic that uses the quick movements of space to jump from kill to kill</a:t>
            </a:r>
            <a:endParaRPr lang="en-I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02BF29-98EA-4544-AD07-1C20EB79F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0234" y="1043920"/>
            <a:ext cx="2857500" cy="160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65B99C-7B4C-4BE5-9276-0F3EF0273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6971" y="2981106"/>
            <a:ext cx="1724025" cy="2657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6386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3</TotalTime>
  <Words>175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Trebuchet MS</vt:lpstr>
      <vt:lpstr>Tw Cen MT</vt:lpstr>
      <vt:lpstr>Circuit</vt:lpstr>
      <vt:lpstr>World Background</vt:lpstr>
      <vt:lpstr>Pillars of Gameplay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World Background</dc:title>
  <dc:creator>(Student) - Jack Nulty</dc:creator>
  <cp:lastModifiedBy>(Student) - Jack Nulty</cp:lastModifiedBy>
  <cp:revision>1</cp:revision>
  <dcterms:created xsi:type="dcterms:W3CDTF">2021-11-19T10:41:54Z</dcterms:created>
  <dcterms:modified xsi:type="dcterms:W3CDTF">2021-11-19T10:45:49Z</dcterms:modified>
</cp:coreProperties>
</file>